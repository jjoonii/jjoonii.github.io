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 varScale="1">
        <p:scale>
          <a:sx n="83" d="100"/>
          <a:sy n="83" d="100"/>
        </p:scale>
        <p:origin x="390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036983-8DD1-51D2-10B3-4C79B668A1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C6DFCAE-3AFF-1EF9-4AD8-85027F10F1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FDBD28A-FB17-CF7B-988C-CFB6F992EC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A9819-5741-42C0-B616-19231DAE402C}" type="datetimeFigureOut">
              <a:rPr lang="ko-KR" altLang="en-US" smtClean="0"/>
              <a:t>2026-04-03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368420E-090D-58BC-1DAE-C54018494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D7C6DDF-D5E8-D69D-455E-E0DA40BFD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0FD49-F403-4CE9-884F-87E319EF14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68551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70ED01-AA1A-DF62-084B-13A06D0DA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9050541-FF93-A950-E638-2ECF20E316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3515FB-D4F8-FEF1-261E-87E5D3DE40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A9819-5741-42C0-B616-19231DAE402C}" type="datetimeFigureOut">
              <a:rPr lang="ko-KR" altLang="en-US" smtClean="0"/>
              <a:t>2026-04-03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F7D7F24-032C-0334-4769-F56D15811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E2E2BE0-9667-C255-EF89-A440C14C1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0FD49-F403-4CE9-884F-87E319EF14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07085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6DFE0C-CE66-3B35-83DF-C7B3CF276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C73717B-D434-C6ED-9DBD-FB0E2BA37F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9E58961-D573-C982-E389-6ED673041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A9819-5741-42C0-B616-19231DAE402C}" type="datetimeFigureOut">
              <a:rPr lang="ko-KR" altLang="en-US" smtClean="0"/>
              <a:t>2026-04-03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8929177-D66C-F42E-5824-09FE783CA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5C201B9-67DC-8791-A19F-E5F6576F8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0FD49-F403-4CE9-884F-87E319EF14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59992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5893A2-9119-4826-E3B9-DA6C5A89E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491B68F-C66A-2E3A-6896-1CD63C1F79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D853127-DA58-B9DE-6B60-976FC4B264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822E851-F85F-0094-B5A6-C74320FE0F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A9819-5741-42C0-B616-19231DAE402C}" type="datetimeFigureOut">
              <a:rPr lang="ko-KR" altLang="en-US" smtClean="0"/>
              <a:t>2026-04-03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F640A44-94D9-9CA4-EA95-BE8F0A0042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7C4A239-AB34-76E7-BB49-8F4468E52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0FD49-F403-4CE9-884F-87E319EF14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59433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CB23B3-71E9-458B-F00B-AF44EE0F6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6C7553D-F7DF-F622-5FF5-C9F3AAA458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D82D574-A29E-89A3-7B1A-EF8F0022B3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5D9810B-5775-5EE7-1B85-5BB8B0EAA3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A716DC7-0CB9-C0DC-34EA-EAC51F8ED9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F0FBAC5-0EEA-9827-A105-200FDBB440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A9819-5741-42C0-B616-19231DAE402C}" type="datetimeFigureOut">
              <a:rPr lang="ko-KR" altLang="en-US" smtClean="0"/>
              <a:t>2026-04-03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884F612-3374-3F6B-C3A0-762B18711F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C4EEC26-BBD5-7D0F-3BE7-C3C14D1D4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0FD49-F403-4CE9-884F-87E319EF14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63048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9E8BC7-C809-C522-4803-E6B1CC9DB7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7237256-BDCC-2A9E-E69D-815078354D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A9819-5741-42C0-B616-19231DAE402C}" type="datetimeFigureOut">
              <a:rPr lang="ko-KR" altLang="en-US" smtClean="0"/>
              <a:t>2026-04-03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76843D0-93CE-476D-44A8-82E2DA849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D92F217-C1AD-E1A4-E48B-68BE1F02D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0FD49-F403-4CE9-884F-87E319EF14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19807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46C45F3-7371-0B85-55FE-2F1783AE0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A9819-5741-42C0-B616-19231DAE402C}" type="datetimeFigureOut">
              <a:rPr lang="ko-KR" altLang="en-US" smtClean="0"/>
              <a:t>2026-04-03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606C828-67CE-F757-B073-12746B177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F945293-7652-625A-E8C7-091F3975F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0FD49-F403-4CE9-884F-87E319EF14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03913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353A39-A607-C7E2-7A77-4ABBC5E084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D2F1ABB-17F6-CA9E-5C9C-2CD07AB8D7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9F043A9-4FDC-AB15-5F09-7BB12AE233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9F81031-2343-9E9D-E632-52EE670BB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A9819-5741-42C0-B616-19231DAE402C}" type="datetimeFigureOut">
              <a:rPr lang="ko-KR" altLang="en-US" smtClean="0"/>
              <a:t>2026-04-03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2E90B36-5DE2-6B47-5176-A0D6BAE4B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8961AE6-7FEA-76FC-F160-C17017BB9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0FD49-F403-4CE9-884F-87E319EF14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14979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514EBC-9427-8BC9-645D-977EBA5FCF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9617788-B9EC-9C7D-D2DC-E3C1594A15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ABF4BCC-715D-A1D1-9553-9360FFD10C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715433B-4D5E-6604-B190-3541CD759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A9819-5741-42C0-B616-19231DAE402C}" type="datetimeFigureOut">
              <a:rPr lang="ko-KR" altLang="en-US" smtClean="0"/>
              <a:t>2026-04-03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CD1AF16-EED6-FA75-0B2C-1D648BFEA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F8F073B-1373-C779-0C3C-704462ADB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0FD49-F403-4CE9-884F-87E319EF14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9421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88BE32-5D5B-7EBA-9571-BBF299F10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BAA5DEB-FFCD-E1E3-D3C5-FD4DEDACD2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FD73A01-E3C1-F40C-C46A-4CFB66979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A9819-5741-42C0-B616-19231DAE402C}" type="datetimeFigureOut">
              <a:rPr lang="ko-KR" altLang="en-US" smtClean="0"/>
              <a:t>2026-04-03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E45F8CB-CFF5-0D45-FC70-A8F17047E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A026607-0740-5C15-7DDD-2B644768C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0FD49-F403-4CE9-884F-87E319EF14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06787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B92B35A-FA63-B8A6-A9A0-0447B5C13B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C975307-DE24-CDF7-72B8-15EBDA94AE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E569411-DE8C-CD71-D436-88A872D46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A9819-5741-42C0-B616-19231DAE402C}" type="datetimeFigureOut">
              <a:rPr lang="ko-KR" altLang="en-US" smtClean="0"/>
              <a:t>2026-04-03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BD3F463-1B86-DC95-0B87-6446C9DD1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A2454A1-B416-1463-D1D9-B3D66D515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0FD49-F403-4CE9-884F-87E319EF14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55930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AC942D0-CCBF-EA29-08E6-B8DEC26B80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401C0F2-43D4-607C-BF78-0E4EEB5C13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C8AC170-A70D-ABA4-EBB8-82C306FC2A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DA9819-5741-42C0-B616-19231DAE402C}" type="datetimeFigureOut">
              <a:rPr lang="ko-KR" altLang="en-US" smtClean="0"/>
              <a:t>2026-04-03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303D45B-AA37-E8D7-0475-54039ABACC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651ACF0-0E0D-7CF8-A2FD-6D5B3BA467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20FD49-F403-4CE9-884F-87E319EF14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8933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5518CE95-FD7B-D7EC-6035-92415E8E22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1064" y="586596"/>
            <a:ext cx="3789872" cy="56848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2703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Leju - Leader in the industrialization of humanoid robots">
            <a:extLst>
              <a:ext uri="{FF2B5EF4-FFF2-40B4-BE49-F238E27FC236}">
                <a16:creationId xmlns:a16="http://schemas.microsoft.com/office/drawing/2014/main" id="{557A195D-0205-809B-8A35-AB869C10CCD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446" b="99157" l="9988" r="89892">
                        <a14:foregroundMark x1="72684" y1="2892" x2="68472" y2="8916"/>
                        <a14:foregroundMark x1="68472" y1="8916" x2="76414" y2="11687"/>
                        <a14:foregroundMark x1="76414" y1="11687" x2="68833" y2="13494"/>
                        <a14:foregroundMark x1="68833" y1="13494" x2="65223" y2="19036"/>
                        <a14:foregroundMark x1="71480" y1="2892" x2="68712" y2="1446"/>
                        <a14:foregroundMark x1="73406" y1="2048" x2="64140" y2="35422"/>
                        <a14:foregroundMark x1="64140" y1="35422" x2="88809" y2="49518"/>
                        <a14:foregroundMark x1="88809" y1="49518" x2="82310" y2="65422"/>
                        <a14:foregroundMark x1="82310" y1="65422" x2="80489" y2="81657"/>
                        <a14:foregroundMark x1="73702" y1="94262" x2="73165" y2="94819"/>
                        <a14:foregroundMark x1="73165" y1="94819" x2="73548" y2="94713"/>
                        <a14:foregroundMark x1="80932" y1="98428" x2="82792" y2="99036"/>
                        <a14:foregroundMark x1="69657" y1="92432" x2="72571" y2="88293"/>
                        <a14:foregroundMark x1="68914" y1="93489" x2="69064" y2="93275"/>
                        <a14:foregroundMark x1="68231" y1="94458" x2="68120" y2="94616"/>
                        <a14:foregroundMark x1="72134" y1="87497" x2="70472" y2="88004"/>
                        <a14:foregroundMark x1="68849" y1="93238" x2="70127" y2="95229"/>
                        <a14:foregroundMark x1="71497" y1="83698" x2="75211" y2="79157"/>
                        <a14:foregroundMark x1="69889" y1="85663" x2="70275" y2="85191"/>
                        <a14:foregroundMark x1="69159" y1="86555" x2="69889" y2="85663"/>
                        <a14:foregroundMark x1="71750" y1="85378" x2="70517" y2="87594"/>
                        <a14:foregroundMark x1="75211" y1="79157" x2="72721" y2="83633"/>
                        <a14:foregroundMark x1="78941" y1="58675" x2="74496" y2="83533"/>
                        <a14:foregroundMark x1="70878" y1="63494" x2="66782" y2="81341"/>
                        <a14:foregroundMark x1="65704" y1="79639" x2="65656" y2="81739"/>
                        <a14:foregroundMark x1="68833" y1="96867" x2="68833" y2="96867"/>
                        <a14:foregroundMark x1="71239" y1="96386" x2="71239" y2="96386"/>
                        <a14:foregroundMark x1="72082" y1="96386" x2="72082" y2="96386"/>
                        <a14:foregroundMark x1="72924" y1="96627" x2="72924" y2="96627"/>
                        <a14:foregroundMark x1="72804" y1="96867" x2="73165" y2="97108"/>
                        <a14:foregroundMark x1="74007" y1="86988" x2="74850" y2="87831"/>
                        <a14:foregroundMark x1="59206" y1="18916" x2="58724" y2="20000"/>
                        <a14:foregroundMark x1="55957" y1="18916" x2="56077" y2="22530"/>
                        <a14:foregroundMark x1="55836" y1="19398" x2="56197" y2="24217"/>
                        <a14:foregroundMark x1="56558" y1="18313" x2="56919" y2="29157"/>
                        <a14:backgroundMark x1="27677" y1="13133" x2="31889" y2="67108"/>
                        <a14:backgroundMark x1="31889" y1="67108" x2="37786" y2="46265"/>
                        <a14:backgroundMark x1="37786" y1="46265" x2="45367" y2="82651"/>
                        <a14:backgroundMark x1="45367" y1="82651" x2="33333" y2="88434"/>
                        <a14:backgroundMark x1="33333" y1="88434" x2="33093" y2="92289"/>
                        <a14:backgroundMark x1="20698" y1="88434" x2="23586" y2="89639"/>
                        <a14:backgroundMark x1="81829" y1="83494" x2="85078" y2="93614"/>
                        <a14:backgroundMark x1="79543" y1="81687" x2="79904" y2="93494"/>
                        <a14:backgroundMark x1="66185" y1="85663" x2="66185" y2="85663"/>
                        <a14:backgroundMark x1="65704" y1="84337" x2="65704" y2="86627"/>
                        <a14:backgroundMark x1="65463" y1="83735" x2="65704" y2="86747"/>
                        <a14:backgroundMark x1="65463" y1="83012" x2="66185" y2="85542"/>
                        <a14:backgroundMark x1="65223" y1="82289" x2="65945" y2="84578"/>
                        <a14:backgroundMark x1="65463" y1="81807" x2="66306" y2="84096"/>
                        <a14:backgroundMark x1="66306" y1="87831" x2="65463" y2="92651"/>
                        <a14:backgroundMark x1="65463" y1="87470" x2="64380" y2="92530"/>
                        <a14:backgroundMark x1="78700" y1="92289" x2="77016" y2="97229"/>
                        <a14:backgroundMark x1="76341" y1="86658" x2="76655" y2="87229"/>
                        <a14:backgroundMark x1="75331" y1="84819" x2="75764" y2="85607"/>
                        <a14:backgroundMark x1="75572" y1="84096" x2="75451" y2="85663"/>
                        <a14:backgroundMark x1="74609" y1="83494" x2="75211" y2="85181"/>
                        <a14:backgroundMark x1="74609" y1="83976" x2="74609" y2="83976"/>
                        <a14:backgroundMark x1="74248" y1="83494" x2="74368" y2="84819"/>
                        <a14:backgroundMark x1="66546" y1="86265" x2="66306" y2="88434"/>
                        <a14:backgroundMark x1="65704" y1="93253" x2="61853" y2="94096"/>
                        <a14:backgroundMark x1="63899" y1="93253" x2="63899" y2="93253"/>
                        <a14:backgroundMark x1="71712" y1="98538" x2="73887" y2="98434"/>
                        <a14:backgroundMark x1="63779" y1="98916" x2="71075" y2="98568"/>
                        <a14:backgroundMark x1="63057" y1="97952" x2="64260" y2="9988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1048" r="5596" b="1887"/>
          <a:stretch>
            <a:fillRect/>
          </a:stretch>
        </p:blipFill>
        <p:spPr bwMode="auto">
          <a:xfrm>
            <a:off x="4597878" y="677348"/>
            <a:ext cx="2996243" cy="5503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145394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GALAXEA R1 PRO | Humanoid Robot | 26 DOF">
            <a:extLst>
              <a:ext uri="{FF2B5EF4-FFF2-40B4-BE49-F238E27FC236}">
                <a16:creationId xmlns:a16="http://schemas.microsoft.com/office/drawing/2014/main" id="{86E8A282-0FBD-F94D-5947-739DC612EB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8106" y="800819"/>
            <a:ext cx="2715787" cy="5256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517946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그룹 44">
            <a:extLst>
              <a:ext uri="{FF2B5EF4-FFF2-40B4-BE49-F238E27FC236}">
                <a16:creationId xmlns:a16="http://schemas.microsoft.com/office/drawing/2014/main" id="{114C4125-F92D-4B82-8FCB-056BBB380F3C}"/>
              </a:ext>
            </a:extLst>
          </p:cNvPr>
          <p:cNvGrpSpPr/>
          <p:nvPr/>
        </p:nvGrpSpPr>
        <p:grpSpPr>
          <a:xfrm>
            <a:off x="3674398" y="1725892"/>
            <a:ext cx="4839871" cy="3403379"/>
            <a:chOff x="3674398" y="1725892"/>
            <a:chExt cx="4839871" cy="3403379"/>
          </a:xfrm>
        </p:grpSpPr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2E3B6798-7860-5F43-9E4F-4D81B131CEF9}"/>
                </a:ext>
              </a:extLst>
            </p:cNvPr>
            <p:cNvGrpSpPr/>
            <p:nvPr/>
          </p:nvGrpSpPr>
          <p:grpSpPr>
            <a:xfrm>
              <a:off x="3674398" y="1786238"/>
              <a:ext cx="4693679" cy="3343033"/>
              <a:chOff x="2459937" y="46276"/>
              <a:chExt cx="4693679" cy="3343033"/>
            </a:xfrm>
          </p:grpSpPr>
          <p:sp>
            <p:nvSpPr>
              <p:cNvPr id="5" name="TextBox 160">
                <a:extLst>
                  <a:ext uri="{FF2B5EF4-FFF2-40B4-BE49-F238E27FC236}">
                    <a16:creationId xmlns:a16="http://schemas.microsoft.com/office/drawing/2014/main" id="{F7ECD8CA-C26F-FC8D-4A9F-6E0A58DA6267}"/>
                  </a:ext>
                </a:extLst>
              </p:cNvPr>
              <p:cNvSpPr txBox="1"/>
              <p:nvPr/>
            </p:nvSpPr>
            <p:spPr>
              <a:xfrm>
                <a:off x="3826803" y="3058449"/>
                <a:ext cx="1107996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1000">
                    <a:latin typeface="Courier New" panose="02070309020205020404" pitchFamily="49" charset="0"/>
                    <a:cs typeface="Courier New" panose="02070309020205020404" pitchFamily="49" charset="0"/>
                  </a:rPr>
                  <a:t>Camera strap</a:t>
                </a:r>
                <a:endParaRPr lang="ko-KR" altLang="en-US" sz="100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6" name="TextBox 163">
                <a:extLst>
                  <a:ext uri="{FF2B5EF4-FFF2-40B4-BE49-F238E27FC236}">
                    <a16:creationId xmlns:a16="http://schemas.microsoft.com/office/drawing/2014/main" id="{888ED53E-D930-3E65-88FF-B59396743B36}"/>
                  </a:ext>
                </a:extLst>
              </p:cNvPr>
              <p:cNvSpPr txBox="1"/>
              <p:nvPr/>
            </p:nvSpPr>
            <p:spPr>
              <a:xfrm>
                <a:off x="2725989" y="2989199"/>
                <a:ext cx="110799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1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Flash camera</a:t>
                </a:r>
              </a:p>
              <a:p>
                <a:pPr algn="ctr"/>
                <a:r>
                  <a:rPr lang="en-US" altLang="ko-KR" sz="1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with a strap</a:t>
                </a:r>
                <a:endParaRPr lang="ko-KR" altLang="en-US" sz="1000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pic>
            <p:nvPicPr>
              <p:cNvPr id="7" name="그림 6">
                <a:extLst>
                  <a:ext uri="{FF2B5EF4-FFF2-40B4-BE49-F238E27FC236}">
                    <a16:creationId xmlns:a16="http://schemas.microsoft.com/office/drawing/2014/main" id="{525437AD-91D0-9475-EE5A-4AB8E34F915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alphaModFix/>
              </a:blip>
              <a:srcRect t="9293" r="39635" b="17700"/>
              <a:stretch>
                <a:fillRect/>
              </a:stretch>
            </p:blipFill>
            <p:spPr>
              <a:xfrm>
                <a:off x="3864315" y="1065040"/>
                <a:ext cx="1086566" cy="969821"/>
              </a:xfrm>
              <a:prstGeom prst="rect">
                <a:avLst/>
              </a:prstGeom>
            </p:spPr>
          </p:pic>
          <p:pic>
            <p:nvPicPr>
              <p:cNvPr id="8" name="그림 7" descr="헤드폰이(가) 표시된 사진&#10;&#10;AI 생성 콘텐츠는 정확하지 않을 수 있습니다.">
                <a:extLst>
                  <a:ext uri="{FF2B5EF4-FFF2-40B4-BE49-F238E27FC236}">
                    <a16:creationId xmlns:a16="http://schemas.microsoft.com/office/drawing/2014/main" id="{95A9DC6B-0981-E1FF-82EF-493CE9864A7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alphaModFix amt="8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9448" r="40036" b="18063"/>
              <a:stretch>
                <a:fillRect/>
              </a:stretch>
            </p:blipFill>
            <p:spPr>
              <a:xfrm>
                <a:off x="3864315" y="1065040"/>
                <a:ext cx="1086566" cy="969821"/>
              </a:xfrm>
              <a:prstGeom prst="rect">
                <a:avLst/>
              </a:prstGeom>
            </p:spPr>
          </p:pic>
          <p:grpSp>
            <p:nvGrpSpPr>
              <p:cNvPr id="9" name="그룹 8">
                <a:extLst>
                  <a:ext uri="{FF2B5EF4-FFF2-40B4-BE49-F238E27FC236}">
                    <a16:creationId xmlns:a16="http://schemas.microsoft.com/office/drawing/2014/main" id="{3C9AFDA2-1131-9FB4-ACEE-95C0319098CF}"/>
                  </a:ext>
                </a:extLst>
              </p:cNvPr>
              <p:cNvGrpSpPr/>
              <p:nvPr/>
            </p:nvGrpSpPr>
            <p:grpSpPr>
              <a:xfrm>
                <a:off x="2762385" y="1064950"/>
                <a:ext cx="1086566" cy="969821"/>
                <a:chOff x="1468949" y="-582280"/>
                <a:chExt cx="1086566" cy="969821"/>
              </a:xfrm>
            </p:grpSpPr>
            <p:pic>
              <p:nvPicPr>
                <p:cNvPr id="41" name="그림 40">
                  <a:extLst>
                    <a:ext uri="{FF2B5EF4-FFF2-40B4-BE49-F238E27FC236}">
                      <a16:creationId xmlns:a16="http://schemas.microsoft.com/office/drawing/2014/main" id="{9EC846A8-0D9A-0A68-08E7-6C6A82898E3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alphaModFix/>
                </a:blip>
                <a:srcRect t="9293" r="39635" b="17700"/>
                <a:stretch>
                  <a:fillRect/>
                </a:stretch>
              </p:blipFill>
              <p:spPr>
                <a:xfrm>
                  <a:off x="1468949" y="-582280"/>
                  <a:ext cx="1086566" cy="969821"/>
                </a:xfrm>
                <a:prstGeom prst="rect">
                  <a:avLst/>
                </a:prstGeom>
              </p:spPr>
            </p:pic>
            <p:pic>
              <p:nvPicPr>
                <p:cNvPr id="42" name="그림 41" descr="헤드폰이(가) 표시된 사진&#10;&#10;AI 생성 콘텐츠는 정확하지 않을 수 있습니다.">
                  <a:extLst>
                    <a:ext uri="{FF2B5EF4-FFF2-40B4-BE49-F238E27FC236}">
                      <a16:creationId xmlns:a16="http://schemas.microsoft.com/office/drawing/2014/main" id="{492F216B-E28E-AE90-A416-223C07527A2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alphaModFix amt="80000"/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t="9448" r="40036" b="18063"/>
                <a:stretch>
                  <a:fillRect/>
                </a:stretch>
              </p:blipFill>
              <p:spPr>
                <a:xfrm>
                  <a:off x="1468949" y="-582280"/>
                  <a:ext cx="1086566" cy="969821"/>
                </a:xfrm>
                <a:prstGeom prst="rect">
                  <a:avLst/>
                </a:prstGeom>
              </p:spPr>
            </p:pic>
          </p:grpSp>
          <p:sp>
            <p:nvSpPr>
              <p:cNvPr id="10" name="TextBox 178">
                <a:extLst>
                  <a:ext uri="{FF2B5EF4-FFF2-40B4-BE49-F238E27FC236}">
                    <a16:creationId xmlns:a16="http://schemas.microsoft.com/office/drawing/2014/main" id="{FA75DC50-68F3-67CB-F5A3-B0105E28C396}"/>
                  </a:ext>
                </a:extLst>
              </p:cNvPr>
              <p:cNvSpPr txBox="1"/>
              <p:nvPr/>
            </p:nvSpPr>
            <p:spPr>
              <a:xfrm rot="16200000">
                <a:off x="1999452" y="1393702"/>
                <a:ext cx="1213358" cy="2923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13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OpenGaussian</a:t>
                </a:r>
                <a:endParaRPr lang="en-US" altLang="ko-KR" sz="13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" name="TextBox 180">
                <a:extLst>
                  <a:ext uri="{FF2B5EF4-FFF2-40B4-BE49-F238E27FC236}">
                    <a16:creationId xmlns:a16="http://schemas.microsoft.com/office/drawing/2014/main" id="{1025A1C8-B217-D491-0665-69C8D86E2760}"/>
                  </a:ext>
                </a:extLst>
              </p:cNvPr>
              <p:cNvSpPr txBox="1"/>
              <p:nvPr/>
            </p:nvSpPr>
            <p:spPr>
              <a:xfrm rot="16200000">
                <a:off x="2291175" y="2412945"/>
                <a:ext cx="629914" cy="2923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1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Ours</a:t>
                </a:r>
              </a:p>
            </p:txBody>
          </p:sp>
          <p:grpSp>
            <p:nvGrpSpPr>
              <p:cNvPr id="12" name="그룹 11">
                <a:extLst>
                  <a:ext uri="{FF2B5EF4-FFF2-40B4-BE49-F238E27FC236}">
                    <a16:creationId xmlns:a16="http://schemas.microsoft.com/office/drawing/2014/main" id="{E66014D8-6D0A-D46B-6851-BF44C2410229}"/>
                  </a:ext>
                </a:extLst>
              </p:cNvPr>
              <p:cNvGrpSpPr/>
              <p:nvPr/>
            </p:nvGrpSpPr>
            <p:grpSpPr>
              <a:xfrm>
                <a:off x="3866546" y="2076865"/>
                <a:ext cx="1086566" cy="969822"/>
                <a:chOff x="2582462" y="-311786"/>
                <a:chExt cx="1086566" cy="969822"/>
              </a:xfrm>
            </p:grpSpPr>
            <p:pic>
              <p:nvPicPr>
                <p:cNvPr id="39" name="그림 38">
                  <a:extLst>
                    <a:ext uri="{FF2B5EF4-FFF2-40B4-BE49-F238E27FC236}">
                      <a16:creationId xmlns:a16="http://schemas.microsoft.com/office/drawing/2014/main" id="{45413C3E-FB5A-1255-D675-B7C964BAEAF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alphaModFix/>
                </a:blip>
                <a:srcRect t="9293" r="39635" b="17700"/>
                <a:stretch>
                  <a:fillRect/>
                </a:stretch>
              </p:blipFill>
              <p:spPr>
                <a:xfrm>
                  <a:off x="2582462" y="-311785"/>
                  <a:ext cx="1086566" cy="969821"/>
                </a:xfrm>
                <a:prstGeom prst="rect">
                  <a:avLst/>
                </a:prstGeom>
              </p:spPr>
            </p:pic>
            <p:pic>
              <p:nvPicPr>
                <p:cNvPr id="40" name="그림 39" descr="스케치, 그림이(가) 표시된 사진&#10;&#10;AI 생성 콘텐츠는 정확하지 않을 수 있습니다.">
                  <a:extLst>
                    <a:ext uri="{FF2B5EF4-FFF2-40B4-BE49-F238E27FC236}">
                      <a16:creationId xmlns:a16="http://schemas.microsoft.com/office/drawing/2014/main" id="{214ED74C-4F39-E655-F5B7-E9FB2EF683A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alphaModFix amt="80000"/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t="9150" r="39635" b="17876"/>
                <a:stretch>
                  <a:fillRect/>
                </a:stretch>
              </p:blipFill>
              <p:spPr>
                <a:xfrm>
                  <a:off x="2582462" y="-311786"/>
                  <a:ext cx="1086566" cy="969821"/>
                </a:xfrm>
                <a:prstGeom prst="rect">
                  <a:avLst/>
                </a:prstGeom>
              </p:spPr>
            </p:pic>
          </p:grpSp>
          <p:grpSp>
            <p:nvGrpSpPr>
              <p:cNvPr id="13" name="그룹 12">
                <a:extLst>
                  <a:ext uri="{FF2B5EF4-FFF2-40B4-BE49-F238E27FC236}">
                    <a16:creationId xmlns:a16="http://schemas.microsoft.com/office/drawing/2014/main" id="{FE2A9CAF-AD6E-DC1F-9C37-AC98BA908807}"/>
                  </a:ext>
                </a:extLst>
              </p:cNvPr>
              <p:cNvGrpSpPr/>
              <p:nvPr/>
            </p:nvGrpSpPr>
            <p:grpSpPr>
              <a:xfrm>
                <a:off x="2764144" y="2076340"/>
                <a:ext cx="1086566" cy="969821"/>
                <a:chOff x="286048" y="2066819"/>
                <a:chExt cx="1086566" cy="969821"/>
              </a:xfrm>
            </p:grpSpPr>
            <p:pic>
              <p:nvPicPr>
                <p:cNvPr id="37" name="그림 36">
                  <a:extLst>
                    <a:ext uri="{FF2B5EF4-FFF2-40B4-BE49-F238E27FC236}">
                      <a16:creationId xmlns:a16="http://schemas.microsoft.com/office/drawing/2014/main" id="{0D907971-2AC2-2CA1-9056-E0472980560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alphaModFix/>
                </a:blip>
                <a:srcRect t="9293" r="39635" b="17700"/>
                <a:stretch>
                  <a:fillRect/>
                </a:stretch>
              </p:blipFill>
              <p:spPr>
                <a:xfrm>
                  <a:off x="286048" y="2066819"/>
                  <a:ext cx="1086566" cy="969821"/>
                </a:xfrm>
                <a:prstGeom prst="rect">
                  <a:avLst/>
                </a:prstGeom>
              </p:spPr>
            </p:pic>
            <p:pic>
              <p:nvPicPr>
                <p:cNvPr id="38" name="그림 37" descr="빛이(가) 표시된 사진&#10;&#10;AI 생성 콘텐츠는 정확하지 않을 수 있습니다.">
                  <a:extLst>
                    <a:ext uri="{FF2B5EF4-FFF2-40B4-BE49-F238E27FC236}">
                      <a16:creationId xmlns:a16="http://schemas.microsoft.com/office/drawing/2014/main" id="{04657750-05EB-41A8-CA1A-1C649731C37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alphaModFix amt="80000"/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t="9150" r="39635" b="17876"/>
                <a:stretch>
                  <a:fillRect/>
                </a:stretch>
              </p:blipFill>
              <p:spPr>
                <a:xfrm>
                  <a:off x="286048" y="2066819"/>
                  <a:ext cx="1086566" cy="969821"/>
                </a:xfrm>
                <a:prstGeom prst="rect">
                  <a:avLst/>
                </a:prstGeom>
              </p:spPr>
            </p:pic>
          </p:grpSp>
          <p:sp>
            <p:nvSpPr>
              <p:cNvPr id="14" name="TextBox 186">
                <a:extLst>
                  <a:ext uri="{FF2B5EF4-FFF2-40B4-BE49-F238E27FC236}">
                    <a16:creationId xmlns:a16="http://schemas.microsoft.com/office/drawing/2014/main" id="{02D79FB2-3226-B78E-1D87-20346CBF1FAB}"/>
                  </a:ext>
                </a:extLst>
              </p:cNvPr>
              <p:cNvSpPr txBox="1"/>
              <p:nvPr/>
            </p:nvSpPr>
            <p:spPr>
              <a:xfrm rot="16200000">
                <a:off x="2195386" y="385989"/>
                <a:ext cx="821492" cy="2923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13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Dr.Splat</a:t>
                </a:r>
                <a:endParaRPr lang="en-US" altLang="ko-KR" sz="13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pic>
            <p:nvPicPr>
              <p:cNvPr id="15" name="그림 14">
                <a:extLst>
                  <a:ext uri="{FF2B5EF4-FFF2-40B4-BE49-F238E27FC236}">
                    <a16:creationId xmlns:a16="http://schemas.microsoft.com/office/drawing/2014/main" id="{6389B34F-26B5-4671-8812-1A652166250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alphaModFix/>
              </a:blip>
              <a:srcRect t="9293" r="39635" b="17700"/>
              <a:stretch>
                <a:fillRect/>
              </a:stretch>
            </p:blipFill>
            <p:spPr>
              <a:xfrm>
                <a:off x="2763986" y="49622"/>
                <a:ext cx="1086566" cy="969821"/>
              </a:xfrm>
              <a:prstGeom prst="rect">
                <a:avLst/>
              </a:prstGeom>
            </p:spPr>
          </p:pic>
          <p:pic>
            <p:nvPicPr>
              <p:cNvPr id="16" name="그림 15" descr="야외, 공기이(가) 표시된 사진&#10;&#10;AI 생성 콘텐츠는 정확하지 않을 수 있습니다.">
                <a:extLst>
                  <a:ext uri="{FF2B5EF4-FFF2-40B4-BE49-F238E27FC236}">
                    <a16:creationId xmlns:a16="http://schemas.microsoft.com/office/drawing/2014/main" id="{B88563B4-1BD4-A2EF-178E-8CE7B683797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alphaModFix amt="8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345" t="23072" r="39902" b="9579"/>
              <a:stretch>
                <a:fillRect/>
              </a:stretch>
            </p:blipFill>
            <p:spPr>
              <a:xfrm>
                <a:off x="2763585" y="49622"/>
                <a:ext cx="1087369" cy="969821"/>
              </a:xfrm>
              <a:prstGeom prst="rect">
                <a:avLst/>
              </a:prstGeom>
            </p:spPr>
          </p:pic>
          <p:sp>
            <p:nvSpPr>
              <p:cNvPr id="17" name="직사각형 16">
                <a:extLst>
                  <a:ext uri="{FF2B5EF4-FFF2-40B4-BE49-F238E27FC236}">
                    <a16:creationId xmlns:a16="http://schemas.microsoft.com/office/drawing/2014/main" id="{27C32A5E-80DE-C52A-5AA5-BAD6EF3A592A}"/>
                  </a:ext>
                </a:extLst>
              </p:cNvPr>
              <p:cNvSpPr/>
              <p:nvPr/>
            </p:nvSpPr>
            <p:spPr>
              <a:xfrm>
                <a:off x="3875084" y="2337142"/>
                <a:ext cx="396000" cy="352800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/>
              </a:p>
            </p:txBody>
          </p:sp>
          <p:grpSp>
            <p:nvGrpSpPr>
              <p:cNvPr id="18" name="그룹 17">
                <a:extLst>
                  <a:ext uri="{FF2B5EF4-FFF2-40B4-BE49-F238E27FC236}">
                    <a16:creationId xmlns:a16="http://schemas.microsoft.com/office/drawing/2014/main" id="{79A31720-CB1C-7051-C0F9-A6EF976276E3}"/>
                  </a:ext>
                </a:extLst>
              </p:cNvPr>
              <p:cNvGrpSpPr/>
              <p:nvPr/>
            </p:nvGrpSpPr>
            <p:grpSpPr>
              <a:xfrm>
                <a:off x="3864912" y="49898"/>
                <a:ext cx="1087369" cy="969821"/>
                <a:chOff x="1383641" y="40377"/>
                <a:chExt cx="1087369" cy="969821"/>
              </a:xfrm>
            </p:grpSpPr>
            <p:pic>
              <p:nvPicPr>
                <p:cNvPr id="34" name="그림 33">
                  <a:extLst>
                    <a:ext uri="{FF2B5EF4-FFF2-40B4-BE49-F238E27FC236}">
                      <a16:creationId xmlns:a16="http://schemas.microsoft.com/office/drawing/2014/main" id="{A2F1F6C1-9CEF-D0D9-4A0F-41BCE6827D7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alphaModFix/>
                </a:blip>
                <a:srcRect t="9293" r="39635" b="17700"/>
                <a:stretch>
                  <a:fillRect/>
                </a:stretch>
              </p:blipFill>
              <p:spPr>
                <a:xfrm>
                  <a:off x="1384042" y="40377"/>
                  <a:ext cx="1086566" cy="969821"/>
                </a:xfrm>
                <a:prstGeom prst="rect">
                  <a:avLst/>
                </a:prstGeom>
              </p:spPr>
            </p:pic>
            <p:pic>
              <p:nvPicPr>
                <p:cNvPr id="35" name="그림 34">
                  <a:extLst>
                    <a:ext uri="{FF2B5EF4-FFF2-40B4-BE49-F238E27FC236}">
                      <a16:creationId xmlns:a16="http://schemas.microsoft.com/office/drawing/2014/main" id="{382F8BDD-781F-2884-C0C3-4A1E0C8F8CE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alphaModFix amt="80000"/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4344" t="23072" r="39902" b="9579"/>
                <a:stretch>
                  <a:fillRect/>
                </a:stretch>
              </p:blipFill>
              <p:spPr>
                <a:xfrm>
                  <a:off x="1383641" y="40377"/>
                  <a:ext cx="1087369" cy="969821"/>
                </a:xfrm>
                <a:prstGeom prst="rect">
                  <a:avLst/>
                </a:prstGeom>
              </p:spPr>
            </p:pic>
            <p:sp>
              <p:nvSpPr>
                <p:cNvPr id="36" name="직사각형 35">
                  <a:extLst>
                    <a:ext uri="{FF2B5EF4-FFF2-40B4-BE49-F238E27FC236}">
                      <a16:creationId xmlns:a16="http://schemas.microsoft.com/office/drawing/2014/main" id="{D37F8B7F-475B-0481-70A1-BB3BA2F4F919}"/>
                    </a:ext>
                  </a:extLst>
                </p:cNvPr>
                <p:cNvSpPr/>
                <p:nvPr/>
              </p:nvSpPr>
              <p:spPr>
                <a:xfrm>
                  <a:off x="1393813" y="310872"/>
                  <a:ext cx="396000" cy="352800"/>
                </a:xfrm>
                <a:prstGeom prst="rect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dirty="0"/>
                </a:p>
              </p:txBody>
            </p:sp>
          </p:grpSp>
          <p:sp>
            <p:nvSpPr>
              <p:cNvPr id="19" name="직사각형 18">
                <a:extLst>
                  <a:ext uri="{FF2B5EF4-FFF2-40B4-BE49-F238E27FC236}">
                    <a16:creationId xmlns:a16="http://schemas.microsoft.com/office/drawing/2014/main" id="{755E0943-433F-F2DC-F627-22FC08453A52}"/>
                  </a:ext>
                </a:extLst>
              </p:cNvPr>
              <p:cNvSpPr/>
              <p:nvPr/>
            </p:nvSpPr>
            <p:spPr>
              <a:xfrm>
                <a:off x="3875084" y="1328767"/>
                <a:ext cx="396000" cy="352800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/>
              </a:p>
            </p:txBody>
          </p:sp>
          <p:grpSp>
            <p:nvGrpSpPr>
              <p:cNvPr id="20" name="그룹 19">
                <a:extLst>
                  <a:ext uri="{FF2B5EF4-FFF2-40B4-BE49-F238E27FC236}">
                    <a16:creationId xmlns:a16="http://schemas.microsoft.com/office/drawing/2014/main" id="{BBA4FB7E-A33F-10AF-9E53-874C220F5F6E}"/>
                  </a:ext>
                </a:extLst>
              </p:cNvPr>
              <p:cNvGrpSpPr/>
              <p:nvPr/>
            </p:nvGrpSpPr>
            <p:grpSpPr>
              <a:xfrm>
                <a:off x="4983442" y="46276"/>
                <a:ext cx="2170174" cy="3255486"/>
                <a:chOff x="6067373" y="49184"/>
                <a:chExt cx="2170174" cy="3255486"/>
              </a:xfrm>
            </p:grpSpPr>
            <p:sp>
              <p:nvSpPr>
                <p:cNvPr id="21" name="TextBox 162">
                  <a:extLst>
                    <a:ext uri="{FF2B5EF4-FFF2-40B4-BE49-F238E27FC236}">
                      <a16:creationId xmlns:a16="http://schemas.microsoft.com/office/drawing/2014/main" id="{DBCBBBFC-6664-B3DE-5D72-176829B17B6E}"/>
                    </a:ext>
                  </a:extLst>
                </p:cNvPr>
                <p:cNvSpPr txBox="1"/>
                <p:nvPr/>
              </p:nvSpPr>
              <p:spPr>
                <a:xfrm>
                  <a:off x="6143848" y="3058449"/>
                  <a:ext cx="877163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altLang="ko-KR" sz="1000"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Reflector</a:t>
                  </a:r>
                  <a:endParaRPr lang="ko-KR" altLang="en-US" sz="1000"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grpSp>
              <p:nvGrpSpPr>
                <p:cNvPr id="22" name="그룹 21">
                  <a:extLst>
                    <a:ext uri="{FF2B5EF4-FFF2-40B4-BE49-F238E27FC236}">
                      <a16:creationId xmlns:a16="http://schemas.microsoft.com/office/drawing/2014/main" id="{B2BCBD7C-D703-460D-4DFA-365EC4848F94}"/>
                    </a:ext>
                  </a:extLst>
                </p:cNvPr>
                <p:cNvGrpSpPr/>
                <p:nvPr/>
              </p:nvGrpSpPr>
              <p:grpSpPr>
                <a:xfrm>
                  <a:off x="6068175" y="1064951"/>
                  <a:ext cx="1086566" cy="969821"/>
                  <a:chOff x="4889556" y="-372968"/>
                  <a:chExt cx="1086566" cy="969821"/>
                </a:xfrm>
              </p:grpSpPr>
              <p:pic>
                <p:nvPicPr>
                  <p:cNvPr id="32" name="그림 31">
                    <a:extLst>
                      <a:ext uri="{FF2B5EF4-FFF2-40B4-BE49-F238E27FC236}">
                        <a16:creationId xmlns:a16="http://schemas.microsoft.com/office/drawing/2014/main" id="{FC7D6E14-17F4-94E8-7278-DD3C0C9DA2B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>
                    <a:alphaModFix/>
                  </a:blip>
                  <a:srcRect t="9293" r="39635" b="17700"/>
                  <a:stretch>
                    <a:fillRect/>
                  </a:stretch>
                </p:blipFill>
                <p:spPr>
                  <a:xfrm>
                    <a:off x="4889556" y="-372968"/>
                    <a:ext cx="1086566" cy="969821"/>
                  </a:xfrm>
                  <a:prstGeom prst="rect">
                    <a:avLst/>
                  </a:prstGeom>
                </p:spPr>
              </p:pic>
              <p:pic>
                <p:nvPicPr>
                  <p:cNvPr id="33" name="그림 32" descr="헤드폰이(가) 표시된 사진&#10;&#10;AI 생성 콘텐츠는 정확하지 않을 수 있습니다.">
                    <a:extLst>
                      <a:ext uri="{FF2B5EF4-FFF2-40B4-BE49-F238E27FC236}">
                        <a16:creationId xmlns:a16="http://schemas.microsoft.com/office/drawing/2014/main" id="{905D2F1F-A2A9-BF35-B5D9-E9CC245F049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alphaModFix amt="80000"/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9448" r="40036" b="18063"/>
                  <a:stretch>
                    <a:fillRect/>
                  </a:stretch>
                </p:blipFill>
                <p:spPr>
                  <a:xfrm>
                    <a:off x="4889556" y="-372968"/>
                    <a:ext cx="1086566" cy="969821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23" name="그룹 22">
                  <a:extLst>
                    <a:ext uri="{FF2B5EF4-FFF2-40B4-BE49-F238E27FC236}">
                      <a16:creationId xmlns:a16="http://schemas.microsoft.com/office/drawing/2014/main" id="{A4F7F492-8410-ABF6-F7D8-549076C751DA}"/>
                    </a:ext>
                  </a:extLst>
                </p:cNvPr>
                <p:cNvGrpSpPr/>
                <p:nvPr/>
              </p:nvGrpSpPr>
              <p:grpSpPr>
                <a:xfrm>
                  <a:off x="6068175" y="2075900"/>
                  <a:ext cx="1086566" cy="969998"/>
                  <a:chOff x="2953262" y="1813118"/>
                  <a:chExt cx="1086566" cy="969998"/>
                </a:xfrm>
              </p:grpSpPr>
              <p:pic>
                <p:nvPicPr>
                  <p:cNvPr id="30" name="그림 29">
                    <a:extLst>
                      <a:ext uri="{FF2B5EF4-FFF2-40B4-BE49-F238E27FC236}">
                        <a16:creationId xmlns:a16="http://schemas.microsoft.com/office/drawing/2014/main" id="{507A44E9-797C-6B36-B43A-FF7E2500C5C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>
                    <a:alphaModFix/>
                  </a:blip>
                  <a:srcRect t="9293" r="39635" b="17700"/>
                  <a:stretch>
                    <a:fillRect/>
                  </a:stretch>
                </p:blipFill>
                <p:spPr>
                  <a:xfrm>
                    <a:off x="2953262" y="1813118"/>
                    <a:ext cx="1086566" cy="969821"/>
                  </a:xfrm>
                  <a:prstGeom prst="rect">
                    <a:avLst/>
                  </a:prstGeom>
                </p:spPr>
              </p:pic>
              <p:pic>
                <p:nvPicPr>
                  <p:cNvPr id="31" name="그림 30" descr="헤드폰, 스케치, 이어폰, 공중의이(가) 표시된 사진&#10;&#10;AI 생성 콘텐츠는 정확하지 않을 수 있습니다.">
                    <a:extLst>
                      <a:ext uri="{FF2B5EF4-FFF2-40B4-BE49-F238E27FC236}">
                        <a16:creationId xmlns:a16="http://schemas.microsoft.com/office/drawing/2014/main" id="{0CB48425-2EC4-7B4F-9CA4-8D3D149AED1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8">
                    <a:alphaModFix amt="80000"/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9150" r="39635" b="17876"/>
                  <a:stretch>
                    <a:fillRect/>
                  </a:stretch>
                </p:blipFill>
                <p:spPr>
                  <a:xfrm>
                    <a:off x="2953262" y="1813295"/>
                    <a:ext cx="1086566" cy="969821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24" name="그룹 23">
                  <a:extLst>
                    <a:ext uri="{FF2B5EF4-FFF2-40B4-BE49-F238E27FC236}">
                      <a16:creationId xmlns:a16="http://schemas.microsoft.com/office/drawing/2014/main" id="{1ABFD4EE-D141-4A65-5F76-DAE84E7B108A}"/>
                    </a:ext>
                  </a:extLst>
                </p:cNvPr>
                <p:cNvGrpSpPr/>
                <p:nvPr/>
              </p:nvGrpSpPr>
              <p:grpSpPr>
                <a:xfrm>
                  <a:off x="6067373" y="49184"/>
                  <a:ext cx="1087369" cy="969821"/>
                  <a:chOff x="3557074" y="1023438"/>
                  <a:chExt cx="1087369" cy="969821"/>
                </a:xfrm>
              </p:grpSpPr>
              <p:pic>
                <p:nvPicPr>
                  <p:cNvPr id="28" name="그림 27">
                    <a:extLst>
                      <a:ext uri="{FF2B5EF4-FFF2-40B4-BE49-F238E27FC236}">
                        <a16:creationId xmlns:a16="http://schemas.microsoft.com/office/drawing/2014/main" id="{692CFD8F-890B-6F4D-77DC-2EC4EB95B35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>
                    <a:alphaModFix/>
                  </a:blip>
                  <a:srcRect t="9293" r="39635" b="17700"/>
                  <a:stretch>
                    <a:fillRect/>
                  </a:stretch>
                </p:blipFill>
                <p:spPr>
                  <a:xfrm>
                    <a:off x="3557876" y="1023438"/>
                    <a:ext cx="1086566" cy="969821"/>
                  </a:xfrm>
                  <a:prstGeom prst="rect">
                    <a:avLst/>
                  </a:prstGeom>
                </p:spPr>
              </p:pic>
              <p:pic>
                <p:nvPicPr>
                  <p:cNvPr id="29" name="그림 28" descr="투명 소재, 무척추 동물이(가) 표시된 사진&#10;&#10;AI 생성 콘텐츠는 정확하지 않을 수 있습니다.">
                    <a:extLst>
                      <a:ext uri="{FF2B5EF4-FFF2-40B4-BE49-F238E27FC236}">
                        <a16:creationId xmlns:a16="http://schemas.microsoft.com/office/drawing/2014/main" id="{682E9D47-E924-2904-2685-50A2ADE98D9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9">
                    <a:alphaModFix amt="80000"/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4346" t="23072" r="39901" b="9579"/>
                  <a:stretch>
                    <a:fillRect/>
                  </a:stretch>
                </p:blipFill>
                <p:spPr>
                  <a:xfrm>
                    <a:off x="3557074" y="1023438"/>
                    <a:ext cx="1087369" cy="969821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25" name="그림 24" descr="헤드폰이(가) 표시된 사진&#10;&#10;AI 생성 콘텐츠는 정확하지 않을 수 있습니다.">
                  <a:extLst>
                    <a:ext uri="{FF2B5EF4-FFF2-40B4-BE49-F238E27FC236}">
                      <a16:creationId xmlns:a16="http://schemas.microsoft.com/office/drawing/2014/main" id="{40AD25D7-108C-E598-E336-BC60B407818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alphaModFix/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618" t="29167" r="77529" b="44463"/>
                <a:stretch>
                  <a:fillRect/>
                </a:stretch>
              </p:blipFill>
              <p:spPr>
                <a:xfrm>
                  <a:off x="7196132" y="1079906"/>
                  <a:ext cx="1041415" cy="927804"/>
                </a:xfrm>
                <a:prstGeom prst="rect">
                  <a:avLst/>
                </a:prstGeom>
                <a:ln w="28575">
                  <a:solidFill>
                    <a:srgbClr val="FF0000"/>
                  </a:solidFill>
                </a:ln>
              </p:spPr>
            </p:pic>
            <p:pic>
              <p:nvPicPr>
                <p:cNvPr id="26" name="그림 25" descr="스케치, 그림이(가) 표시된 사진&#10;&#10;AI 생성 콘텐츠는 정확하지 않을 수 있습니다.">
                  <a:extLst>
                    <a:ext uri="{FF2B5EF4-FFF2-40B4-BE49-F238E27FC236}">
                      <a16:creationId xmlns:a16="http://schemas.microsoft.com/office/drawing/2014/main" id="{4120DDFB-5E20-215A-063B-9FC0D68EADB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alphaModFix/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476" t="28734" r="77525" b="44719"/>
                <a:stretch>
                  <a:fillRect/>
                </a:stretch>
              </p:blipFill>
              <p:spPr>
                <a:xfrm>
                  <a:off x="7196132" y="2089342"/>
                  <a:ext cx="1041415" cy="927804"/>
                </a:xfrm>
                <a:prstGeom prst="rect">
                  <a:avLst/>
                </a:prstGeom>
                <a:ln w="28575">
                  <a:solidFill>
                    <a:srgbClr val="FF0000"/>
                  </a:solidFill>
                </a:ln>
              </p:spPr>
            </p:pic>
            <p:pic>
              <p:nvPicPr>
                <p:cNvPr id="27" name="그림 26">
                  <a:extLst>
                    <a:ext uri="{FF2B5EF4-FFF2-40B4-BE49-F238E27FC236}">
                      <a16:creationId xmlns:a16="http://schemas.microsoft.com/office/drawing/2014/main" id="{D171039C-3938-EE4A-3FCB-D7B71285CC1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alphaModFix/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4880" t="41807" r="74815" b="33693"/>
                <a:stretch>
                  <a:fillRect/>
                </a:stretch>
              </p:blipFill>
              <p:spPr>
                <a:xfrm>
                  <a:off x="7196133" y="70470"/>
                  <a:ext cx="1041412" cy="927804"/>
                </a:xfrm>
                <a:prstGeom prst="rect">
                  <a:avLst/>
                </a:prstGeom>
                <a:ln w="28575">
                  <a:solidFill>
                    <a:srgbClr val="FF0000"/>
                  </a:solidFill>
                </a:ln>
              </p:spPr>
            </p:pic>
          </p:grpSp>
        </p:grpSp>
        <p:sp>
          <p:nvSpPr>
            <p:cNvPr id="43" name="TextBox 186">
              <a:extLst>
                <a:ext uri="{FF2B5EF4-FFF2-40B4-BE49-F238E27FC236}">
                  <a16:creationId xmlns:a16="http://schemas.microsoft.com/office/drawing/2014/main" id="{F14D15DF-0724-6BA1-305D-8E4F0F18353A}"/>
                </a:ext>
              </a:extLst>
            </p:cNvPr>
            <p:cNvSpPr txBox="1"/>
            <p:nvPr/>
          </p:nvSpPr>
          <p:spPr>
            <a:xfrm rot="16200000">
              <a:off x="7957329" y="1990444"/>
              <a:ext cx="821492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altLang="ko-KR" sz="13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949794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13</Words>
  <Application>Microsoft Office PowerPoint</Application>
  <PresentationFormat>와이드스크린</PresentationFormat>
  <Paragraphs>7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9" baseType="lpstr">
      <vt:lpstr>맑은 고딕</vt:lpstr>
      <vt:lpstr>Arial</vt:lpstr>
      <vt:lpstr>Courier New</vt:lpstr>
      <vt:lpstr>Times New Roman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이현준</dc:creator>
  <cp:lastModifiedBy>이현준</cp:lastModifiedBy>
  <cp:revision>2</cp:revision>
  <dcterms:created xsi:type="dcterms:W3CDTF">2026-04-03T07:22:08Z</dcterms:created>
  <dcterms:modified xsi:type="dcterms:W3CDTF">2026-04-03T09:42:03Z</dcterms:modified>
</cp:coreProperties>
</file>