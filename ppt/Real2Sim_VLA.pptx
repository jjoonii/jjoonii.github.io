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6200438" cy="46799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8B7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58" d="100"/>
          <a:sy n="58" d="100"/>
        </p:scale>
        <p:origin x="84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5055" y="765909"/>
            <a:ext cx="12150329" cy="1629316"/>
          </a:xfrm>
        </p:spPr>
        <p:txBody>
          <a:bodyPr anchor="b"/>
          <a:lstStyle>
            <a:lvl1pPr algn="ctr">
              <a:defRPr sz="409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5055" y="2458058"/>
            <a:ext cx="12150329" cy="1129904"/>
          </a:xfrm>
        </p:spPr>
        <p:txBody>
          <a:bodyPr/>
          <a:lstStyle>
            <a:lvl1pPr marL="0" indent="0" algn="ctr">
              <a:buNone/>
              <a:defRPr sz="1638"/>
            </a:lvl1pPr>
            <a:lvl2pPr marL="311993" indent="0" algn="ctr">
              <a:buNone/>
              <a:defRPr sz="1365"/>
            </a:lvl2pPr>
            <a:lvl3pPr marL="623987" indent="0" algn="ctr">
              <a:buNone/>
              <a:defRPr sz="1228"/>
            </a:lvl3pPr>
            <a:lvl4pPr marL="935980" indent="0" algn="ctr">
              <a:buNone/>
              <a:defRPr sz="1092"/>
            </a:lvl4pPr>
            <a:lvl5pPr marL="1247973" indent="0" algn="ctr">
              <a:buNone/>
              <a:defRPr sz="1092"/>
            </a:lvl5pPr>
            <a:lvl6pPr marL="1559966" indent="0" algn="ctr">
              <a:buNone/>
              <a:defRPr sz="1092"/>
            </a:lvl6pPr>
            <a:lvl7pPr marL="1871960" indent="0" algn="ctr">
              <a:buNone/>
              <a:defRPr sz="1092"/>
            </a:lvl7pPr>
            <a:lvl8pPr marL="2183953" indent="0" algn="ctr">
              <a:buNone/>
              <a:defRPr sz="1092"/>
            </a:lvl8pPr>
            <a:lvl9pPr marL="2495946" indent="0" algn="ctr">
              <a:buNone/>
              <a:defRPr sz="1092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6E589-F25B-44F4-AFE7-B94A35128D2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F902-7C76-4B03-92FD-C876F2B66C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529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6E589-F25B-44F4-AFE7-B94A35128D2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F902-7C76-4B03-92FD-C876F2B66C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711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342" y="1166738"/>
            <a:ext cx="13972878" cy="1946729"/>
          </a:xfrm>
        </p:spPr>
        <p:txBody>
          <a:bodyPr anchor="b"/>
          <a:lstStyle>
            <a:lvl1pPr>
              <a:defRPr sz="409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5342" y="3131884"/>
            <a:ext cx="13972878" cy="1023739"/>
          </a:xfrm>
        </p:spPr>
        <p:txBody>
          <a:bodyPr/>
          <a:lstStyle>
            <a:lvl1pPr marL="0" indent="0">
              <a:buNone/>
              <a:defRPr sz="1638">
                <a:solidFill>
                  <a:schemeClr val="tx1">
                    <a:tint val="82000"/>
                  </a:schemeClr>
                </a:solidFill>
              </a:defRPr>
            </a:lvl1pPr>
            <a:lvl2pPr marL="311993" indent="0">
              <a:buNone/>
              <a:defRPr sz="1365">
                <a:solidFill>
                  <a:schemeClr val="tx1">
                    <a:tint val="82000"/>
                  </a:schemeClr>
                </a:solidFill>
              </a:defRPr>
            </a:lvl2pPr>
            <a:lvl3pPr marL="623987" indent="0">
              <a:buNone/>
              <a:defRPr sz="1228">
                <a:solidFill>
                  <a:schemeClr val="tx1">
                    <a:tint val="82000"/>
                  </a:schemeClr>
                </a:solidFill>
              </a:defRPr>
            </a:lvl3pPr>
            <a:lvl4pPr marL="935980" indent="0">
              <a:buNone/>
              <a:defRPr sz="1092">
                <a:solidFill>
                  <a:schemeClr val="tx1">
                    <a:tint val="82000"/>
                  </a:schemeClr>
                </a:solidFill>
              </a:defRPr>
            </a:lvl4pPr>
            <a:lvl5pPr marL="1247973" indent="0">
              <a:buNone/>
              <a:defRPr sz="1092">
                <a:solidFill>
                  <a:schemeClr val="tx1">
                    <a:tint val="82000"/>
                  </a:schemeClr>
                </a:solidFill>
              </a:defRPr>
            </a:lvl5pPr>
            <a:lvl6pPr marL="1559966" indent="0">
              <a:buNone/>
              <a:defRPr sz="1092">
                <a:solidFill>
                  <a:schemeClr val="tx1">
                    <a:tint val="82000"/>
                  </a:schemeClr>
                </a:solidFill>
              </a:defRPr>
            </a:lvl6pPr>
            <a:lvl7pPr marL="1871960" indent="0">
              <a:buNone/>
              <a:defRPr sz="1092">
                <a:solidFill>
                  <a:schemeClr val="tx1">
                    <a:tint val="82000"/>
                  </a:schemeClr>
                </a:solidFill>
              </a:defRPr>
            </a:lvl7pPr>
            <a:lvl8pPr marL="2183953" indent="0">
              <a:buNone/>
              <a:defRPr sz="1092">
                <a:solidFill>
                  <a:schemeClr val="tx1">
                    <a:tint val="82000"/>
                  </a:schemeClr>
                </a:solidFill>
              </a:defRPr>
            </a:lvl8pPr>
            <a:lvl9pPr marL="2495946" indent="0">
              <a:buNone/>
              <a:defRPr sz="109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6E589-F25B-44F4-AFE7-B94A35128D2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F902-7C76-4B03-92FD-C876F2B66C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197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780" y="1245820"/>
            <a:ext cx="6885186" cy="296938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01472" y="1245820"/>
            <a:ext cx="6885186" cy="296938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6E589-F25B-44F4-AFE7-B94A35128D2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F902-7C76-4B03-92FD-C876F2B66C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723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249164"/>
            <a:ext cx="13972878" cy="90457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5891" y="1147238"/>
            <a:ext cx="6853544" cy="562244"/>
          </a:xfrm>
        </p:spPr>
        <p:txBody>
          <a:bodyPr anchor="b"/>
          <a:lstStyle>
            <a:lvl1pPr marL="0" indent="0">
              <a:buNone/>
              <a:defRPr sz="1638" b="1"/>
            </a:lvl1pPr>
            <a:lvl2pPr marL="311993" indent="0">
              <a:buNone/>
              <a:defRPr sz="1365" b="1"/>
            </a:lvl2pPr>
            <a:lvl3pPr marL="623987" indent="0">
              <a:buNone/>
              <a:defRPr sz="1228" b="1"/>
            </a:lvl3pPr>
            <a:lvl4pPr marL="935980" indent="0">
              <a:buNone/>
              <a:defRPr sz="1092" b="1"/>
            </a:lvl4pPr>
            <a:lvl5pPr marL="1247973" indent="0">
              <a:buNone/>
              <a:defRPr sz="1092" b="1"/>
            </a:lvl5pPr>
            <a:lvl6pPr marL="1559966" indent="0">
              <a:buNone/>
              <a:defRPr sz="1092" b="1"/>
            </a:lvl6pPr>
            <a:lvl7pPr marL="1871960" indent="0">
              <a:buNone/>
              <a:defRPr sz="1092" b="1"/>
            </a:lvl7pPr>
            <a:lvl8pPr marL="2183953" indent="0">
              <a:buNone/>
              <a:defRPr sz="1092" b="1"/>
            </a:lvl8pPr>
            <a:lvl9pPr marL="2495946" indent="0">
              <a:buNone/>
              <a:defRPr sz="109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5891" y="1709482"/>
            <a:ext cx="6853544" cy="251439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01472" y="1147238"/>
            <a:ext cx="6887296" cy="562244"/>
          </a:xfrm>
        </p:spPr>
        <p:txBody>
          <a:bodyPr anchor="b"/>
          <a:lstStyle>
            <a:lvl1pPr marL="0" indent="0">
              <a:buNone/>
              <a:defRPr sz="1638" b="1"/>
            </a:lvl1pPr>
            <a:lvl2pPr marL="311993" indent="0">
              <a:buNone/>
              <a:defRPr sz="1365" b="1"/>
            </a:lvl2pPr>
            <a:lvl3pPr marL="623987" indent="0">
              <a:buNone/>
              <a:defRPr sz="1228" b="1"/>
            </a:lvl3pPr>
            <a:lvl4pPr marL="935980" indent="0">
              <a:buNone/>
              <a:defRPr sz="1092" b="1"/>
            </a:lvl4pPr>
            <a:lvl5pPr marL="1247973" indent="0">
              <a:buNone/>
              <a:defRPr sz="1092" b="1"/>
            </a:lvl5pPr>
            <a:lvl6pPr marL="1559966" indent="0">
              <a:buNone/>
              <a:defRPr sz="1092" b="1"/>
            </a:lvl6pPr>
            <a:lvl7pPr marL="1871960" indent="0">
              <a:buNone/>
              <a:defRPr sz="1092" b="1"/>
            </a:lvl7pPr>
            <a:lvl8pPr marL="2183953" indent="0">
              <a:buNone/>
              <a:defRPr sz="1092" b="1"/>
            </a:lvl8pPr>
            <a:lvl9pPr marL="2495946" indent="0">
              <a:buNone/>
              <a:defRPr sz="109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01472" y="1709482"/>
            <a:ext cx="6887296" cy="251439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6E589-F25B-44F4-AFE7-B94A35128D2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F902-7C76-4B03-92FD-C876F2B66C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424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6E589-F25B-44F4-AFE7-B94A35128D2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F902-7C76-4B03-92FD-C876F2B66C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11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6E589-F25B-44F4-AFE7-B94A35128D2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F902-7C76-4B03-92FD-C876F2B66C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521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1" y="311997"/>
            <a:ext cx="5225062" cy="1091988"/>
          </a:xfrm>
        </p:spPr>
        <p:txBody>
          <a:bodyPr anchor="b"/>
          <a:lstStyle>
            <a:lvl1pPr>
              <a:defRPr sz="218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7296" y="673826"/>
            <a:ext cx="8201472" cy="3325798"/>
          </a:xfrm>
        </p:spPr>
        <p:txBody>
          <a:bodyPr/>
          <a:lstStyle>
            <a:lvl1pPr>
              <a:defRPr sz="2184"/>
            </a:lvl1pPr>
            <a:lvl2pPr>
              <a:defRPr sz="1911"/>
            </a:lvl2pPr>
            <a:lvl3pPr>
              <a:defRPr sz="1638"/>
            </a:lvl3pPr>
            <a:lvl4pPr>
              <a:defRPr sz="1365"/>
            </a:lvl4pPr>
            <a:lvl5pPr>
              <a:defRPr sz="1365"/>
            </a:lvl5pPr>
            <a:lvl6pPr>
              <a:defRPr sz="1365"/>
            </a:lvl6pPr>
            <a:lvl7pPr>
              <a:defRPr sz="1365"/>
            </a:lvl7pPr>
            <a:lvl8pPr>
              <a:defRPr sz="1365"/>
            </a:lvl8pPr>
            <a:lvl9pPr>
              <a:defRPr sz="13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1" y="1403985"/>
            <a:ext cx="5225062" cy="2601056"/>
          </a:xfrm>
        </p:spPr>
        <p:txBody>
          <a:bodyPr/>
          <a:lstStyle>
            <a:lvl1pPr marL="0" indent="0">
              <a:buNone/>
              <a:defRPr sz="1092"/>
            </a:lvl1pPr>
            <a:lvl2pPr marL="311993" indent="0">
              <a:buNone/>
              <a:defRPr sz="955"/>
            </a:lvl2pPr>
            <a:lvl3pPr marL="623987" indent="0">
              <a:buNone/>
              <a:defRPr sz="819"/>
            </a:lvl3pPr>
            <a:lvl4pPr marL="935980" indent="0">
              <a:buNone/>
              <a:defRPr sz="682"/>
            </a:lvl4pPr>
            <a:lvl5pPr marL="1247973" indent="0">
              <a:buNone/>
              <a:defRPr sz="682"/>
            </a:lvl5pPr>
            <a:lvl6pPr marL="1559966" indent="0">
              <a:buNone/>
              <a:defRPr sz="682"/>
            </a:lvl6pPr>
            <a:lvl7pPr marL="1871960" indent="0">
              <a:buNone/>
              <a:defRPr sz="682"/>
            </a:lvl7pPr>
            <a:lvl8pPr marL="2183953" indent="0">
              <a:buNone/>
              <a:defRPr sz="682"/>
            </a:lvl8pPr>
            <a:lvl9pPr marL="2495946" indent="0">
              <a:buNone/>
              <a:defRPr sz="68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6E589-F25B-44F4-AFE7-B94A35128D2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F902-7C76-4B03-92FD-C876F2B66C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496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1" y="311997"/>
            <a:ext cx="5225062" cy="1091988"/>
          </a:xfrm>
        </p:spPr>
        <p:txBody>
          <a:bodyPr anchor="b"/>
          <a:lstStyle>
            <a:lvl1pPr>
              <a:defRPr sz="218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87296" y="673826"/>
            <a:ext cx="8201472" cy="3325798"/>
          </a:xfrm>
        </p:spPr>
        <p:txBody>
          <a:bodyPr anchor="t"/>
          <a:lstStyle>
            <a:lvl1pPr marL="0" indent="0">
              <a:buNone/>
              <a:defRPr sz="2184"/>
            </a:lvl1pPr>
            <a:lvl2pPr marL="311993" indent="0">
              <a:buNone/>
              <a:defRPr sz="1911"/>
            </a:lvl2pPr>
            <a:lvl3pPr marL="623987" indent="0">
              <a:buNone/>
              <a:defRPr sz="1638"/>
            </a:lvl3pPr>
            <a:lvl4pPr marL="935980" indent="0">
              <a:buNone/>
              <a:defRPr sz="1365"/>
            </a:lvl4pPr>
            <a:lvl5pPr marL="1247973" indent="0">
              <a:buNone/>
              <a:defRPr sz="1365"/>
            </a:lvl5pPr>
            <a:lvl6pPr marL="1559966" indent="0">
              <a:buNone/>
              <a:defRPr sz="1365"/>
            </a:lvl6pPr>
            <a:lvl7pPr marL="1871960" indent="0">
              <a:buNone/>
              <a:defRPr sz="1365"/>
            </a:lvl7pPr>
            <a:lvl8pPr marL="2183953" indent="0">
              <a:buNone/>
              <a:defRPr sz="1365"/>
            </a:lvl8pPr>
            <a:lvl9pPr marL="2495946" indent="0">
              <a:buNone/>
              <a:defRPr sz="136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1" y="1403985"/>
            <a:ext cx="5225062" cy="2601056"/>
          </a:xfrm>
        </p:spPr>
        <p:txBody>
          <a:bodyPr/>
          <a:lstStyle>
            <a:lvl1pPr marL="0" indent="0">
              <a:buNone/>
              <a:defRPr sz="1092"/>
            </a:lvl1pPr>
            <a:lvl2pPr marL="311993" indent="0">
              <a:buNone/>
              <a:defRPr sz="955"/>
            </a:lvl2pPr>
            <a:lvl3pPr marL="623987" indent="0">
              <a:buNone/>
              <a:defRPr sz="819"/>
            </a:lvl3pPr>
            <a:lvl4pPr marL="935980" indent="0">
              <a:buNone/>
              <a:defRPr sz="682"/>
            </a:lvl4pPr>
            <a:lvl5pPr marL="1247973" indent="0">
              <a:buNone/>
              <a:defRPr sz="682"/>
            </a:lvl5pPr>
            <a:lvl6pPr marL="1559966" indent="0">
              <a:buNone/>
              <a:defRPr sz="682"/>
            </a:lvl6pPr>
            <a:lvl7pPr marL="1871960" indent="0">
              <a:buNone/>
              <a:defRPr sz="682"/>
            </a:lvl7pPr>
            <a:lvl8pPr marL="2183953" indent="0">
              <a:buNone/>
              <a:defRPr sz="682"/>
            </a:lvl8pPr>
            <a:lvl9pPr marL="2495946" indent="0">
              <a:buNone/>
              <a:defRPr sz="68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6E589-F25B-44F4-AFE7-B94A35128D2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F902-7C76-4B03-92FD-C876F2B66C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325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6E589-F25B-44F4-AFE7-B94A35128D2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F902-7C76-4B03-92FD-C876F2B66C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3315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93439" y="249164"/>
            <a:ext cx="3493219" cy="396604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780" y="249164"/>
            <a:ext cx="10277153" cy="396604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6E589-F25B-44F4-AFE7-B94A35128D2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F902-7C76-4B03-92FD-C876F2B66C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2321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780" y="249164"/>
            <a:ext cx="13972878" cy="904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780" y="1245820"/>
            <a:ext cx="13972878" cy="2969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3780" y="4337621"/>
            <a:ext cx="3645099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46E589-F25B-44F4-AFE7-B94A35128D2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66395" y="4337621"/>
            <a:ext cx="5467648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1559" y="4337621"/>
            <a:ext cx="3645099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7DF902-7C76-4B03-92FD-C876F2B66C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202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23987" rtl="0" eaLnBrk="1" latinLnBrk="1" hangingPunct="1">
        <a:lnSpc>
          <a:spcPct val="90000"/>
        </a:lnSpc>
        <a:spcBef>
          <a:spcPct val="0"/>
        </a:spcBef>
        <a:buNone/>
        <a:defRPr sz="30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5997" indent="-155997" algn="l" defTabSz="623987" rtl="0" eaLnBrk="1" latinLnBrk="1" hangingPunct="1">
        <a:lnSpc>
          <a:spcPct val="90000"/>
        </a:lnSpc>
        <a:spcBef>
          <a:spcPts val="682"/>
        </a:spcBef>
        <a:buFont typeface="Arial" panose="020B0604020202020204" pitchFamily="34" charset="0"/>
        <a:buChar char="•"/>
        <a:defRPr sz="1911" kern="1200">
          <a:solidFill>
            <a:schemeClr val="tx1"/>
          </a:solidFill>
          <a:latin typeface="+mn-lt"/>
          <a:ea typeface="+mn-ea"/>
          <a:cs typeface="+mn-cs"/>
        </a:defRPr>
      </a:lvl1pPr>
      <a:lvl2pPr marL="467990" indent="-155997" algn="l" defTabSz="623987" rtl="0" eaLnBrk="1" latinLnBrk="1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638" kern="1200">
          <a:solidFill>
            <a:schemeClr val="tx1"/>
          </a:solidFill>
          <a:latin typeface="+mn-lt"/>
          <a:ea typeface="+mn-ea"/>
          <a:cs typeface="+mn-cs"/>
        </a:defRPr>
      </a:lvl2pPr>
      <a:lvl3pPr marL="779983" indent="-155997" algn="l" defTabSz="623987" rtl="0" eaLnBrk="1" latinLnBrk="1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365" kern="1200">
          <a:solidFill>
            <a:schemeClr val="tx1"/>
          </a:solidFill>
          <a:latin typeface="+mn-lt"/>
          <a:ea typeface="+mn-ea"/>
          <a:cs typeface="+mn-cs"/>
        </a:defRPr>
      </a:lvl3pPr>
      <a:lvl4pPr marL="1091976" indent="-155997" algn="l" defTabSz="623987" rtl="0" eaLnBrk="1" latinLnBrk="1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4pPr>
      <a:lvl5pPr marL="1403970" indent="-155997" algn="l" defTabSz="623987" rtl="0" eaLnBrk="1" latinLnBrk="1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5pPr>
      <a:lvl6pPr marL="1715963" indent="-155997" algn="l" defTabSz="623987" rtl="0" eaLnBrk="1" latinLnBrk="1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6pPr>
      <a:lvl7pPr marL="2027956" indent="-155997" algn="l" defTabSz="623987" rtl="0" eaLnBrk="1" latinLnBrk="1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7pPr>
      <a:lvl8pPr marL="2339950" indent="-155997" algn="l" defTabSz="623987" rtl="0" eaLnBrk="1" latinLnBrk="1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8pPr>
      <a:lvl9pPr marL="2651943" indent="-155997" algn="l" defTabSz="623987" rtl="0" eaLnBrk="1" latinLnBrk="1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23987" rtl="0" eaLnBrk="1" latinLnBrk="1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1pPr>
      <a:lvl2pPr marL="311993" algn="l" defTabSz="623987" rtl="0" eaLnBrk="1" latinLnBrk="1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2pPr>
      <a:lvl3pPr marL="623987" algn="l" defTabSz="623987" rtl="0" eaLnBrk="1" latinLnBrk="1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3pPr>
      <a:lvl4pPr marL="935980" algn="l" defTabSz="623987" rtl="0" eaLnBrk="1" latinLnBrk="1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4pPr>
      <a:lvl5pPr marL="1247973" algn="l" defTabSz="623987" rtl="0" eaLnBrk="1" latinLnBrk="1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5pPr>
      <a:lvl6pPr marL="1559966" algn="l" defTabSz="623987" rtl="0" eaLnBrk="1" latinLnBrk="1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6pPr>
      <a:lvl7pPr marL="1871960" algn="l" defTabSz="623987" rtl="0" eaLnBrk="1" latinLnBrk="1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7pPr>
      <a:lvl8pPr marL="2183953" algn="l" defTabSz="623987" rtl="0" eaLnBrk="1" latinLnBrk="1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8pPr>
      <a:lvl9pPr marL="2495946" algn="l" defTabSz="623987" rtl="0" eaLnBrk="1" latinLnBrk="1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2.mp4"/><Relationship Id="rId7" Type="http://schemas.openxmlformats.org/officeDocument/2006/relationships/image" Target="../media/image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2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molVLA_PnP_it100k_in_real">
            <a:hlinkClick r:id="" action="ppaction://media"/>
            <a:extLst>
              <a:ext uri="{FF2B5EF4-FFF2-40B4-BE49-F238E27FC236}">
                <a16:creationId xmlns:a16="http://schemas.microsoft.com/office/drawing/2014/main" id="{23431574-5589-526E-6F04-030B05E471B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74086" y="185090"/>
            <a:ext cx="6338472" cy="3565391"/>
          </a:xfrm>
          <a:prstGeom prst="rect">
            <a:avLst/>
          </a:prstGeom>
        </p:spPr>
      </p:pic>
      <p:pic>
        <p:nvPicPr>
          <p:cNvPr id="5" name="smolVLA_PnP_it100k_in_sim">
            <a:hlinkClick r:id="" action="ppaction://media"/>
            <a:extLst>
              <a:ext uri="{FF2B5EF4-FFF2-40B4-BE49-F238E27FC236}">
                <a16:creationId xmlns:a16="http://schemas.microsoft.com/office/drawing/2014/main" id="{436E5CEA-A7FC-E558-CD93-F09E793E6C8D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089964" y="185090"/>
            <a:ext cx="4836388" cy="3565391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59CCC445-4C5C-72F3-4CD8-B777B951A358}"/>
              </a:ext>
            </a:extLst>
          </p:cNvPr>
          <p:cNvGrpSpPr/>
          <p:nvPr/>
        </p:nvGrpSpPr>
        <p:grpSpPr>
          <a:xfrm>
            <a:off x="7624698" y="185090"/>
            <a:ext cx="2453125" cy="3565391"/>
            <a:chOff x="8514696" y="1238893"/>
            <a:chExt cx="2453125" cy="3565391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0EC888F8-D0E0-EEC9-ABA4-B2F6412A735D}"/>
                </a:ext>
              </a:extLst>
            </p:cNvPr>
            <p:cNvSpPr/>
            <p:nvPr/>
          </p:nvSpPr>
          <p:spPr>
            <a:xfrm>
              <a:off x="8735814" y="1510690"/>
              <a:ext cx="2010889" cy="1413862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81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2DGS</a:t>
              </a:r>
              <a:endParaRPr lang="ko-KR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348E16EB-F307-903D-7FA9-B4E2DB0DE054}"/>
                </a:ext>
              </a:extLst>
            </p:cNvPr>
            <p:cNvSpPr/>
            <p:nvPr/>
          </p:nvSpPr>
          <p:spPr>
            <a:xfrm>
              <a:off x="8735814" y="3138424"/>
              <a:ext cx="2010889" cy="1413862"/>
            </a:xfrm>
            <a:prstGeom prst="roundRect">
              <a:avLst/>
            </a:prstGeom>
            <a:solidFill>
              <a:srgbClr val="88B739"/>
            </a:solidFill>
            <a:ln w="3810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Isaac Sim</a:t>
              </a:r>
              <a:endParaRPr lang="ko-KR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AAC86B19-EF13-1E2F-4B2C-E6902BD71F21}"/>
                </a:ext>
              </a:extLst>
            </p:cNvPr>
            <p:cNvSpPr/>
            <p:nvPr/>
          </p:nvSpPr>
          <p:spPr>
            <a:xfrm>
              <a:off x="8514696" y="1238893"/>
              <a:ext cx="2453125" cy="3565391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5D326D2-CCC7-AF72-12AB-69475534FF2F}"/>
              </a:ext>
            </a:extLst>
          </p:cNvPr>
          <p:cNvSpPr txBox="1"/>
          <p:nvPr/>
        </p:nvSpPr>
        <p:spPr>
          <a:xfrm>
            <a:off x="1817655" y="3910084"/>
            <a:ext cx="32513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SmolVLA</a:t>
            </a:r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Real</a:t>
            </a:r>
            <a:endParaRPr lang="ko-KR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8EBC7B-BADA-F57A-4AE7-404E6F2414CA}"/>
              </a:ext>
            </a:extLst>
          </p:cNvPr>
          <p:cNvSpPr txBox="1"/>
          <p:nvPr/>
        </p:nvSpPr>
        <p:spPr>
          <a:xfrm>
            <a:off x="11882491" y="3910082"/>
            <a:ext cx="32513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SmolVLA</a:t>
            </a:r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Sim</a:t>
            </a:r>
            <a:endParaRPr lang="ko-KR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E06A76-085E-9341-26E0-464BD1787CBB}"/>
              </a:ext>
            </a:extLst>
          </p:cNvPr>
          <p:cNvSpPr txBox="1"/>
          <p:nvPr/>
        </p:nvSpPr>
        <p:spPr>
          <a:xfrm>
            <a:off x="7225593" y="3910083"/>
            <a:ext cx="32513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Real2Sim</a:t>
            </a:r>
            <a:endParaRPr lang="ko-KR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그림 17" descr="Black color arrow emoji, arrow with computer Icons - PNGArc">
            <a:extLst>
              <a:ext uri="{FF2B5EF4-FFF2-40B4-BE49-F238E27FC236}">
                <a16:creationId xmlns:a16="http://schemas.microsoft.com/office/drawing/2014/main" id="{9637FD0A-F9C0-9127-D58F-75C9DC47CE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9527" y="1620806"/>
            <a:ext cx="927630" cy="927630"/>
          </a:xfrm>
          <a:prstGeom prst="rect">
            <a:avLst/>
          </a:prstGeom>
        </p:spPr>
      </p:pic>
      <p:pic>
        <p:nvPicPr>
          <p:cNvPr id="19" name="그림 18" descr="Black color arrow emoji, arrow with computer Icons - PNGArc">
            <a:extLst>
              <a:ext uri="{FF2B5EF4-FFF2-40B4-BE49-F238E27FC236}">
                <a16:creationId xmlns:a16="http://schemas.microsoft.com/office/drawing/2014/main" id="{AFF67E71-2482-9719-3DB8-CA86D8A831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4792" y="1620806"/>
            <a:ext cx="927630" cy="92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794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6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2913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</TotalTime>
  <Words>10</Words>
  <Application>Microsoft Office PowerPoint</Application>
  <PresentationFormat>사용자 지정</PresentationFormat>
  <Paragraphs>5</Paragraphs>
  <Slides>1</Slides>
  <Notes>0</Notes>
  <HiddenSlides>0</HiddenSlides>
  <MMClips>2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이현준</dc:creator>
  <cp:lastModifiedBy>이현준</cp:lastModifiedBy>
  <cp:revision>2</cp:revision>
  <dcterms:created xsi:type="dcterms:W3CDTF">2026-07-01T10:02:16Z</dcterms:created>
  <dcterms:modified xsi:type="dcterms:W3CDTF">2026-07-01T12:05:20Z</dcterms:modified>
</cp:coreProperties>
</file>