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36983-8DD1-51D2-10B3-4C79B668A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6DFCAE-3AFF-1EF9-4AD8-85027F10F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DBD28A-FB17-CF7B-988C-CFB6F992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68420E-090D-58BC-1DAE-C5401849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7C6DDF-D5E8-D69D-455E-E0DA40BF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85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0ED01-AA1A-DF62-084B-13A06D0D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050541-FF93-A950-E638-2ECF20E31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515FB-D4F8-FEF1-261E-87E5D3DE4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7D7F24-032C-0334-4769-F56D1581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E2BE0-9667-C255-EF89-A440C14C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708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DFE0C-CE66-3B35-83DF-C7B3CF276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3717B-D434-C6ED-9DBD-FB0E2BA37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E58961-D573-C982-E389-6ED67304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929177-D66C-F42E-5824-09FE783C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C201B9-67DC-8791-A19F-E5F6576F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99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893A2-9119-4826-E3B9-DA6C5A89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91B68F-C66A-2E3A-6896-1CD63C1F7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853127-DA58-B9DE-6B60-976FC4B26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22E851-F85F-0094-B5A6-C74320FE0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640A44-94D9-9CA4-EA95-BE8F0A00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C4A239-AB34-76E7-BB49-8F4468E5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94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B23B3-71E9-458B-F00B-AF44EE0F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C7553D-F7DF-F622-5FF5-C9F3AAA45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82D574-A29E-89A3-7B1A-EF8F0022B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D9810B-5775-5EE7-1B85-5BB8B0EAA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716DC7-0CB9-C0DC-34EA-EAC51F8ED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0FBAC5-0EEA-9827-A105-200FDBB4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84F612-3374-3F6B-C3A0-762B1871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4EEC26-BBD5-7D0F-3BE7-C3C14D1D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30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E8BC7-C809-C522-4803-E6B1CC9DB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237256-BDCC-2A9E-E69D-81507835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6843D0-93CE-476D-44A8-82E2DA849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92F217-C1AD-E1A4-E48B-68BE1F02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980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6C45F3-7371-0B85-55FE-2F1783AE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06C828-67CE-F757-B073-12746B17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45293-7652-625A-E8C7-091F3975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39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53A39-A607-C7E2-7A77-4ABBC5E0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F1ABB-17F6-CA9E-5C9C-2CD07AB8D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F043A9-4FDC-AB15-5F09-7BB12AE23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F81031-2343-9E9D-E632-52EE670B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E90B36-5DE2-6B47-5176-A0D6BAE4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61AE6-7FEA-76FC-F160-C17017BB9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49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14EBC-9427-8BC9-645D-977EBA5F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617788-B9EC-9C7D-D2DC-E3C1594A1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BF4BCC-715D-A1D1-9553-9360FFD10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5433B-4D5E-6604-B190-3541CD75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D1AF16-EED6-FA75-0B2C-1D648BFE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8F073B-1373-C779-0C3C-704462AD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42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8BE32-5D5B-7EBA-9571-BBF299F1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AA5DEB-FFCD-E1E3-D3C5-FD4DEDACD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D73A01-E3C1-F40C-C46A-4CFB66979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5F8CB-CFF5-0D45-FC70-A8F17047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026607-0740-5C15-7DDD-2B644768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7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92B35A-FA63-B8A6-A9A0-0447B5C13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975307-DE24-CDF7-72B8-15EBDA94A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69411-DE8C-CD71-D436-88A872D46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3F463-1B86-DC95-0B87-6446C9DD1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454A1-B416-1463-D1D9-B3D66D51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593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C942D0-CCBF-EA29-08E6-B8DEC26B8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01C0F2-43D4-607C-BF78-0E4EEB5C1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8AC170-A70D-ABA4-EBB8-82C306FC2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A9819-5741-42C0-B616-19231DAE402C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03D45B-AA37-E8D7-0475-54039ABAC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51ACF0-0E0D-7CF8-A2FD-6D5B3BA46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50365551-9771-4D0A-F661-DD8B5D82F4B0}"/>
              </a:ext>
            </a:extLst>
          </p:cNvPr>
          <p:cNvGrpSpPr/>
          <p:nvPr/>
        </p:nvGrpSpPr>
        <p:grpSpPr>
          <a:xfrm>
            <a:off x="1618055" y="1370641"/>
            <a:ext cx="7739103" cy="4013200"/>
            <a:chOff x="2060878" y="1341887"/>
            <a:chExt cx="7739103" cy="4013200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A4E8570-EA2C-2E6C-D098-29452E1BAC9C}"/>
                </a:ext>
              </a:extLst>
            </p:cNvPr>
            <p:cNvGrpSpPr/>
            <p:nvPr/>
          </p:nvGrpSpPr>
          <p:grpSpPr>
            <a:xfrm>
              <a:off x="2060878" y="1341887"/>
              <a:ext cx="3334701" cy="4013200"/>
              <a:chOff x="157316" y="793789"/>
              <a:chExt cx="3334701" cy="4013200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D1AD3FA7-BBC5-1014-1B95-199206C549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343"/>
              <a:stretch>
                <a:fillRect/>
              </a:stretch>
            </p:blipFill>
            <p:spPr>
              <a:xfrm>
                <a:off x="201254" y="793789"/>
                <a:ext cx="3290763" cy="2663661"/>
              </a:xfrm>
              <a:prstGeom prst="rect">
                <a:avLst/>
              </a:prstGeom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937738AD-D14F-D627-3B87-374799B196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l="22413" t="49187" r="39750" b="3508"/>
              <a:stretch>
                <a:fillRect/>
              </a:stretch>
            </p:blipFill>
            <p:spPr>
              <a:xfrm>
                <a:off x="157317" y="2868847"/>
                <a:ext cx="2700758" cy="1902729"/>
              </a:xfrm>
              <a:prstGeom prst="rect">
                <a:avLst/>
              </a:prstGeom>
            </p:spPr>
          </p:pic>
          <p:pic>
            <p:nvPicPr>
              <p:cNvPr id="7" name="그림 6" descr="Screenshot from 2026-09-12 23-44-24.png">
                <a:extLst>
                  <a:ext uri="{FF2B5EF4-FFF2-40B4-BE49-F238E27FC236}">
                    <a16:creationId xmlns:a16="http://schemas.microsoft.com/office/drawing/2014/main" id="{64776B86-580A-DED5-5DB2-E235F471C8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 rot="20869953">
                <a:off x="473530" y="1513507"/>
                <a:ext cx="1796732" cy="1672547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72451EC8-4413-DD65-322E-A456DB5215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70000"/>
              </a:blip>
              <a:srcRect l="22414" t="64621" r="55476" b="15202"/>
              <a:stretch>
                <a:fillRect/>
              </a:stretch>
            </p:blipFill>
            <p:spPr>
              <a:xfrm>
                <a:off x="162885" y="3653642"/>
                <a:ext cx="1511867" cy="777461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540D6894-560D-FED7-B47E-0D841EAED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 amt="50000"/>
              </a:blip>
              <a:srcRect l="22414" t="74287" r="61733" b="3508"/>
              <a:stretch>
                <a:fillRect/>
              </a:stretch>
            </p:blipFill>
            <p:spPr>
              <a:xfrm>
                <a:off x="157316" y="3951398"/>
                <a:ext cx="1084028" cy="855591"/>
              </a:xfrm>
              <a:prstGeom prst="rect">
                <a:avLst/>
              </a:prstGeom>
            </p:spPr>
          </p:pic>
        </p:grp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B857E28-A75E-2E57-2B45-8477735D3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26655" y="1773974"/>
              <a:ext cx="3173326" cy="3581113"/>
            </a:xfrm>
            <a:prstGeom prst="rect">
              <a:avLst/>
            </a:prstGeom>
          </p:spPr>
        </p:pic>
        <p:pic>
          <p:nvPicPr>
            <p:cNvPr id="16" name="그림 15" descr="말하는 - 무료 사람들개 아이콘">
              <a:extLst>
                <a:ext uri="{FF2B5EF4-FFF2-40B4-BE49-F238E27FC236}">
                  <a16:creationId xmlns:a16="http://schemas.microsoft.com/office/drawing/2014/main" id="{9F319BBC-F263-D527-242B-CF9F25258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515" t="19137" r="46354"/>
            <a:stretch>
              <a:fillRect/>
            </a:stretch>
          </p:blipFill>
          <p:spPr>
            <a:xfrm>
              <a:off x="5197896" y="3019742"/>
              <a:ext cx="706986" cy="985806"/>
            </a:xfrm>
            <a:prstGeom prst="rect">
              <a:avLst/>
            </a:prstGeom>
          </p:spPr>
        </p:pic>
        <p:pic>
          <p:nvPicPr>
            <p:cNvPr id="19" name="그래픽 18" descr="정렬 단색으로 채워진">
              <a:extLst>
                <a:ext uri="{FF2B5EF4-FFF2-40B4-BE49-F238E27FC236}">
                  <a16:creationId xmlns:a16="http://schemas.microsoft.com/office/drawing/2014/main" id="{7E6831E1-C3FE-7374-3D11-A9B33FBE19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1" r="49551" b="20136"/>
            <a:stretch>
              <a:fillRect/>
            </a:stretch>
          </p:blipFill>
          <p:spPr>
            <a:xfrm rot="5400000">
              <a:off x="5380587" y="3684570"/>
              <a:ext cx="755159" cy="1195447"/>
            </a:xfrm>
            <a:prstGeom prst="rect">
              <a:avLst/>
            </a:prstGeom>
          </p:spPr>
        </p:pic>
        <p:sp>
          <p:nvSpPr>
            <p:cNvPr id="20" name="말풍선: 모서리가 둥근 사각형 19">
              <a:extLst>
                <a:ext uri="{FF2B5EF4-FFF2-40B4-BE49-F238E27FC236}">
                  <a16:creationId xmlns:a16="http://schemas.microsoft.com/office/drawing/2014/main" id="{A923E1C6-8F8E-1181-D927-127031BCDB63}"/>
                </a:ext>
              </a:extLst>
            </p:cNvPr>
            <p:cNvSpPr/>
            <p:nvPr/>
          </p:nvSpPr>
          <p:spPr>
            <a:xfrm>
              <a:off x="4780571" y="1341887"/>
              <a:ext cx="2833678" cy="1180134"/>
            </a:xfrm>
            <a:prstGeom prst="wedgeRoundRectCallout">
              <a:avLst>
                <a:gd name="adj1" fmla="val -22262"/>
                <a:gd name="adj2" fmla="val 86306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i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Pick up the object moved </a:t>
              </a:r>
              <a:r>
                <a:rPr lang="en-US" altLang="ko-KR" sz="2800" b="1" i="1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last</a:t>
              </a:r>
              <a:endParaRPr lang="ko-KR" altLang="en-US" sz="2800" b="1" i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7037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이현준</dc:creator>
  <cp:lastModifiedBy>이현준</cp:lastModifiedBy>
  <cp:revision>4</cp:revision>
  <dcterms:created xsi:type="dcterms:W3CDTF">2026-04-03T07:22:08Z</dcterms:created>
  <dcterms:modified xsi:type="dcterms:W3CDTF">2026-10-01T06:43:47Z</dcterms:modified>
</cp:coreProperties>
</file>